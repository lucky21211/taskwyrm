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11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5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F5F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057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E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ПРАКТИЧЕСКОЕ ЗАНЯТИЕ №13 · СТАРТАП В ИТ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90470"/>
            <a:ext cx="10883392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360"/>
              </a:lnSpc>
              <a:buNone/>
            </a:pPr>
            <a:r>
              <a:rPr lang="en-US" sz="76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Task Wyrm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12800" y="375539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6B0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Международное расширение: выход на рынок Казахстана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349750"/>
            <a:ext cx="85026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A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рынка, адаптация продукта, стратегия выхода, риски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Задание 1. Выбранный рынок: Казахстан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44145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0760" y="162306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 и аудитория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85342" y="195834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Русский и казахский языки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 студентов и молодых специалистов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Русскоязычный интерфейс уже понятен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8550" y="144145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60160" y="162306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Цифровая среда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4742" y="195834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Мобильные приложения и соцсети в ходу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Развитая IT-экосистема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Технопарк Astana Hub для стартапов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150" y="299847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0760" y="318008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Платежи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85342" y="351536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Валюта: тенге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Популярны местные платёжные сервисы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Оплата по QR и картам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8550" y="2998470"/>
            <a:ext cx="5194300" cy="1391920"/>
          </a:xfrm>
          <a:prstGeom prst="roundRect">
            <a:avLst>
              <a:gd name="adj" fmla="val 8668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0160" y="3180080"/>
            <a:ext cx="49760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Бизнес-среда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4742" y="3515360"/>
            <a:ext cx="488381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Дружественная для РФ юрисдикция, СНГ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Закон о персональных данных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Налоговые льготы для IT [уточнить]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Задание 1. Почему Казахстан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945694"/>
              </p:ext>
            </p:extLst>
          </p:nvPr>
        </p:nvGraphicFramePr>
        <p:xfrm>
          <a:off x="822960" y="1445260"/>
          <a:ext cx="10556241" cy="343916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Критерий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Оценка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Комментарий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Язык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Высокая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Русский уже есть, добавляем казахский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Расчёты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Высокая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Проще открыть местное юрлицо и принимать оплату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Конкуренция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Средняя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Глобальные трекеры есть, геймификации мало (гипотеза)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Объём рынка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Средняя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ru-RU" sz="1300" smtClean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</a:t>
                      </a:r>
                      <a:r>
                        <a:rPr lang="en-US" sz="1300" smtClean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астёт </a:t>
                      </a: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вместе с цифровизацией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Регуляторика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Средняя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Есть требования к данным, но они понятны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08762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9AA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ОАЭ и Юго-Восточную Азию отложили: выше затраты на вход и нужны новые языки интерфейса.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Задание 2. Адаптация продукта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641662"/>
              </p:ext>
            </p:extLst>
          </p:nvPr>
        </p:nvGraphicFramePr>
        <p:xfrm>
          <a:off x="822960" y="1445260"/>
          <a:ext cx="10556240" cy="390144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Область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Изменения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13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Интерфейс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Казахский и английский языки, местные праздники в календаре, проверка восприятия дракона и локальные темы оформления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Маркетинг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Telegram, Instagram, TikTok, студенческие сообщества, креативы на двух языках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Цена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Бесплатная база, цены в тенге, студенческий тариф [цены уточнить после опроса]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Поддержка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Чат на русском и казахском, ИИ-помощник отвечает на обоих языках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Данные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Хранение данных пользователей по </a:t>
                      </a:r>
                      <a:r>
                        <a:rPr lang="en-US" sz="1300" dirty="0" err="1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местным</a:t>
                      </a: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</a:t>
                      </a:r>
                      <a:r>
                        <a:rPr lang="en-US" sz="1300" dirty="0" err="1" smtClean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требованиям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Задание 3. Стратегия выхода: три этапа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492250"/>
            <a:ext cx="3407807" cy="2006600"/>
          </a:xfrm>
          <a:prstGeom prst="roundRect">
            <a:avLst>
              <a:gd name="adj" fmla="val 6013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699261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Подготовка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6160" y="2047239"/>
            <a:ext cx="30836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1–3 месяца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0742" y="2367282"/>
            <a:ext cx="2991398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Местное юрлицо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Астана Хаб [уточнить условия]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Перевод интерфейса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Приём платежей в тенге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2057" y="1492250"/>
            <a:ext cx="3407886" cy="2006600"/>
          </a:xfrm>
          <a:prstGeom prst="roundRect">
            <a:avLst>
              <a:gd name="adj" fmla="val 6013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067" y="1699261"/>
            <a:ext cx="308368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Пилот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99067" y="2047239"/>
            <a:ext cx="308368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3–6 месяцев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83649" y="2367282"/>
            <a:ext cx="299148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 вуза в одном городе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Бета-тест со студентами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Метрики: удержание, задачи на пользователя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65043" y="1492250"/>
            <a:ext cx="3407807" cy="2006600"/>
          </a:xfrm>
          <a:prstGeom prst="roundRect">
            <a:avLst>
              <a:gd name="adj" fmla="val 6013"/>
            </a:avLst>
          </a:prstGeom>
          <a:solidFill>
            <a:srgbClr val="1A1F3A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2053" y="1699261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Масштаб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72053" y="2047239"/>
            <a:ext cx="30836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6–12 месяцев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56635" y="2367282"/>
            <a:ext cx="299139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Другие города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Рефералы и партнёры</a:t>
            </a:r>
            <a:endParaRPr lang="en-US" sz="1400" dirty="0"/>
          </a:p>
          <a:p>
            <a:pPr marL="169418" indent="-169418" algn="l">
              <a:lnSpc>
                <a:spcPts val="1820"/>
              </a:lnSpc>
              <a:buSzPct val="100000"/>
              <a:buChar char="•"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следующей страны СНГ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Партнёры и форматы сотрудничества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051003"/>
              </p:ext>
            </p:extLst>
          </p:nvPr>
        </p:nvGraphicFramePr>
        <p:xfrm>
          <a:off x="822960" y="1445260"/>
          <a:ext cx="10556241" cy="251460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Партнёр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Роль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Формат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Вузы и студсоветы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Доступ к аудитории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Пилот, студенческие челленджи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Astana Hub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Сообщество, связи, инвесторы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Резидентство </a:t>
                      </a:r>
                      <a:r>
                        <a:rPr lang="ru-RU" sz="1300" smtClean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</a:t>
                      </a:r>
                      <a:r>
                        <a:rPr lang="en-US" sz="1300" smtClean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уточнить</a:t>
                      </a:r>
                      <a:r>
                        <a:rPr lang="ru-RU" sz="1300" smtClean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Местные блогеры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Продвижение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Реферальные коды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Платёжный провайдер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Приём оплаты в тенге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Интеграция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Юристы и бухгалтеры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Регистрация, налоги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Аутсорс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Риски и особенности внешнеэкономической деятельности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367510"/>
              </p:ext>
            </p:extLst>
          </p:nvPr>
        </p:nvGraphicFramePr>
        <p:xfrm>
          <a:off x="822960" y="1864360"/>
          <a:ext cx="10556240" cy="343916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Риск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E5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Что делаем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Санкции и расчёты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Принимать оплату через местное юрлицо, не зависеть от одного банка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Реклама и магазины приложений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Оформить доступы на местное юрлицо, держать запасные каналы: Telegram, вузы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Персональные данные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Хранить данные по местным требованиям, обновить политику конфиденциальности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Налоги и валюта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Консультация юриста, учёт льгот для </a:t>
                      </a:r>
                      <a:r>
                        <a:rPr lang="en-US" sz="130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IT-резидентов </a:t>
                      </a:r>
                      <a:r>
                        <a:rPr lang="ru-RU" sz="1300" smtClean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</a:t>
                      </a:r>
                      <a:r>
                        <a:rPr lang="en-US" sz="1300" smtClean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проверить</a:t>
                      </a:r>
                      <a:r>
                        <a:rPr lang="ru-RU" sz="1300" smtClean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Культура и конкуренты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Фокус-группа, пилот до масштаба, быстрые правки продукта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Шаги запуска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45260"/>
          <a:ext cx="10556240" cy="343408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Срок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6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Шаг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Месяц 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Нанять юриста, выбрать форму юрлица, начать перевод на казахский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153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Месяцы 2–3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Открыть юрлицо и счёт, подключить платежи, договориться с 2–3 вузами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Месяцы 4–6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Пилот со студентами, замеры удержания, правки по отзывам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Месяцы 7–12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C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Масштаб по городам, решение о следующей стране по итогам метрик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2F5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Вывод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543050"/>
            <a:ext cx="3407807" cy="1442720"/>
          </a:xfrm>
          <a:prstGeom prst="roundRect">
            <a:avLst>
              <a:gd name="adj" fmla="val 8363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750064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Рынок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6160" y="2085342"/>
            <a:ext cx="30836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Казахстан: понятный язык, близость и дружественная среда для запуска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2057" y="1543050"/>
            <a:ext cx="3407886" cy="1442720"/>
          </a:xfrm>
          <a:prstGeom prst="roundRect">
            <a:avLst>
              <a:gd name="adj" fmla="val 8363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067" y="1750064"/>
            <a:ext cx="308368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99067" y="2085342"/>
            <a:ext cx="3083682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Перевод, цены в тенге, местные платежи и поддержка на двух языках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65043" y="1543050"/>
            <a:ext cx="3407807" cy="1442720"/>
          </a:xfrm>
          <a:prstGeom prst="roundRect">
            <a:avLst>
              <a:gd name="adj" fmla="val 8363"/>
            </a:avLst>
          </a:prstGeom>
          <a:solidFill>
            <a:srgbClr val="0E1226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2053" y="1750064"/>
            <a:ext cx="30836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72053" y="2085342"/>
            <a:ext cx="308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8E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Подготовка, пилот в вузах, затем масштаб и другие страны СНГ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sk Wyrm — Практическое занятие №13">
  <a:themeElements>
    <a:clrScheme name="Task Wyrm — Практическое занятие №13">
      <a:dk1>
        <a:srgbClr val="0E1226"/>
      </a:dk1>
      <a:lt1>
        <a:srgbClr val="F2F5FF"/>
      </a:lt1>
      <a:dk2>
        <a:srgbClr val="25293C"/>
      </a:dk2>
      <a:lt2>
        <a:srgbClr val="B9BCC9"/>
      </a:lt2>
      <a:accent1>
        <a:srgbClr val="9AA3C7"/>
      </a:accent1>
      <a:accent2>
        <a:srgbClr val="00E5FF"/>
      </a:accent2>
      <a:accent3>
        <a:srgbClr val="FF6B00"/>
      </a:accent3>
      <a:accent4>
        <a:srgbClr val="9AA0A6"/>
      </a:accent4>
      <a:accent5>
        <a:srgbClr val="979AA8"/>
      </a:accent5>
      <a:accent6>
        <a:srgbClr val="757888"/>
      </a:accent6>
      <a:hlink>
        <a:srgbClr val="0563C1"/>
      </a:hlink>
      <a:folHlink>
        <a:srgbClr val="954F72"/>
      </a:folHlink>
    </a:clrScheme>
    <a:fontScheme name="Task Wyrm — Практическое занятие №13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528</Words>
  <Application>Microsoft Office PowerPoint</Application>
  <PresentationFormat>Широкоэкранный</PresentationFormat>
  <Paragraphs>130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Exo 2</vt:lpstr>
      <vt:lpstr>Inter</vt:lpstr>
      <vt:lpstr>Task Wyrm — Практическое занятие №13</vt:lpstr>
      <vt:lpstr>Task Wyrm</vt:lpstr>
      <vt:lpstr>Задание 1. Выбранный рынок: Казахстан</vt:lpstr>
      <vt:lpstr>Задание 1. Почему Казахстан</vt:lpstr>
      <vt:lpstr>Задание 2. Адаптация продукта</vt:lpstr>
      <vt:lpstr>Задание 3. Стратегия выхода: три этапа</vt:lpstr>
      <vt:lpstr>Партнёры и форматы сотрудничества</vt:lpstr>
      <vt:lpstr>Риски и особенности внешнеэкономической деятельности</vt:lpstr>
      <vt:lpstr>Шаги запуска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Wyrm — Практическое занятие №13</dc:title>
  <dc:subject/>
  <dc:creator/>
  <cp:lastModifiedBy>Кирилл Щепелев</cp:lastModifiedBy>
  <cp:revision>6</cp:revision>
  <dcterms:created xsi:type="dcterms:W3CDTF">2026-10-17T12:09:25Z</dcterms:created>
  <dcterms:modified xsi:type="dcterms:W3CDTF">2026-10-22T14:37:37Z</dcterms:modified>
</cp:coreProperties>
</file>