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57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7833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E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ПРАКТИЧЕСКОЕ ЗАНЯТИЕ №11 · СТАРТАП В ИТ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48230"/>
            <a:ext cx="10883392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360"/>
              </a:lnSpc>
              <a:buNone/>
            </a:pPr>
            <a:r>
              <a:rPr lang="en-US" sz="76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Task Wyrm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12800" y="361315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6B0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Антикризисная стратегия и адаптация к рынку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207510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A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 №4: ошибки в маркетинговой стратегии. Сценарий рынка: выход крупного конкурента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1. Анализ кризиса: рост в 10 раз ниже прогноза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44145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0760" y="162306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Внутренние причины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85342" y="195834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 роста без тестов на малой аудитории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отслеживали путь до первой задачи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Весь бюджет вложен в одну кампанию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8550" y="144145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60160" y="162306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Внешние причины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4742" y="195834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Дорогая реклама для нишевого трекера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Конкуренты с большим бюджетом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Привычка пользователей к Todoist и аналогам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150" y="299847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0760" y="318008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Ранние сигналы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85342" y="351536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Низкий отклик на рекламу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 цена привлечения пользователя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Отток после первой установки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8550" y="299847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0160" y="318008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Последствия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4742" y="351536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Бюджет почти исчерпан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Остановка разработки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Потеря доверия команды и инвесторов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1. Меры стабилизации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45260"/>
          <a:ext cx="10556241" cy="382270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Мера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Что делаем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Срок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Остановить расходы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Закрыть платные кампании, посчитать остаток бюджета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1–2 дня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Найти причину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Разобрать путь от показа рекламы до первой задачи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неделя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Спросить пользователей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Интервью с теми, кто остался, и теми, кто ушёл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недели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Дешёвые каналы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Вузы, комьюнити, приглашение друзей через раздел «Друзья»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2–4 недели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Удержание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Улучшить первый запуск: яйцо дракона и первая задача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2–4 недели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2. Антикризисная стратегия: план действий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45260"/>
          <a:ext cx="10556240" cy="316484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Этап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Действия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 Диагностика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Метрики воронки, остаток бюджета, причины провала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 Решение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Рост через органику вместо второй платной кампании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 Команда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Антикризисная группа из трёх человек, полномочия на решения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 Реализация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Малые эксперименты на 1–2 недели, затем выбор лучших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 Коммуникация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Честные отчёты команде, инвесторам и пользователям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 Выводы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Правило: сначала тест на малой аудитории, потом масштаб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2. Роли и коммуникационная стратегия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45260"/>
          <a:ext cx="5069840" cy="2788920"/>
        </p:xfrm>
        <a:graphic>
          <a:graphicData uri="http://schemas.openxmlformats.org/drawingml/2006/table">
            <a:tbl>
              <a:tblPr/>
              <a:tblGrid>
                <a:gridCol w="253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Роль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Ответственность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Фаундер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Решения, связь с инвесторами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Маркетолог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Анализ каналов, эксперименты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Продукт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Первый запуск и удержание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Сообщество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Вузы, интервью, обратная связь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06160" y="1445260"/>
          <a:ext cx="5273040" cy="3020060"/>
        </p:xfrm>
        <a:graphic>
          <a:graphicData uri="http://schemas.openxmlformats.org/drawingml/2006/table">
            <a:tbl>
              <a:tblPr/>
              <a:tblGrid>
                <a:gridCol w="263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Аудитория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Что и как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Команда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Ежедневный созвон 15 минут, задачи в Яндекс.Трекере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Инвесторы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Честный отчёт и план восстановления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Пользователи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Рассказ о развитии, сбор отзывов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Документы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Яндекс.Документы, чат в VK Мессенджере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3. Адаптация: крупный конкурент выпустил похожий трекер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64360"/>
          <a:ext cx="10556240" cy="320802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Направление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Изменения в стратегии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Продукт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Углублять то, что сложно скопировать: эволюция дракона и адаптивный ИИ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Аудитория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Сосредоточиться на студентах и фрилансерах, строить сообщество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Продвижение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Вузы, приглашения друзей, контент вместо большой рекламы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Цена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Бесплатная база, платные расширения [условия уточнить]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Наблюдение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Раз в месяц разбор конкурентов и отзывов, запасной план при падении метрик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Итоги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543050"/>
            <a:ext cx="3407807" cy="1673860"/>
          </a:xfrm>
          <a:prstGeom prst="roundRect">
            <a:avLst>
              <a:gd name="adj" fmla="val 7208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7500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кризиса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6160" y="2085339"/>
            <a:ext cx="30836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Причины, сигналы и последствия описаны, меры стабилизации расписаны по срокам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2057" y="1543050"/>
            <a:ext cx="3407886" cy="1673860"/>
          </a:xfrm>
          <a:prstGeom prst="roundRect">
            <a:avLst>
              <a:gd name="adj" fmla="val 7208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067" y="1750061"/>
            <a:ext cx="308368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99067" y="2085339"/>
            <a:ext cx="308368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Шесть этапов, роли и каналы связи для команды, инвесторов и пользователей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5043" y="1543050"/>
            <a:ext cx="3407807" cy="1673860"/>
          </a:xfrm>
          <a:prstGeom prst="roundRect">
            <a:avLst>
              <a:gd name="adj" fmla="val 7208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2053" y="17500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Адаптация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72053" y="2085339"/>
            <a:ext cx="30836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Стратегия меняется под нового конкурента, а метрики подскажут, когда менять её снова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k Wyrm — Практическое занятие №11">
  <a:themeElements>
    <a:clrScheme name="Task Wyrm — Практическое занятие №11">
      <a:dk1>
        <a:srgbClr val="0E1226"/>
      </a:dk1>
      <a:lt1>
        <a:srgbClr val="F2F5FF"/>
      </a:lt1>
      <a:dk2>
        <a:srgbClr val="25293C"/>
      </a:dk2>
      <a:lt2>
        <a:srgbClr val="B9BCC9"/>
      </a:lt2>
      <a:accent1>
        <a:srgbClr val="9AA3C7"/>
      </a:accent1>
      <a:accent2>
        <a:srgbClr val="00E5FF"/>
      </a:accent2>
      <a:accent3>
        <a:srgbClr val="FF6B00"/>
      </a:accent3>
      <a:accent4>
        <a:srgbClr val="9AA0A6"/>
      </a:accent4>
      <a:accent5>
        <a:srgbClr val="979AA8"/>
      </a:accent5>
      <a:accent6>
        <a:srgbClr val="757888"/>
      </a:accent6>
      <a:hlink>
        <a:srgbClr val="0563C1"/>
      </a:hlink>
      <a:folHlink>
        <a:srgbClr val="954F72"/>
      </a:folHlink>
    </a:clrScheme>
    <a:fontScheme name="Task Wyrm — Практическое занятие №11">
      <a:majorFont>
        <a:latin typeface="Exo 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445</Words>
  <Application>Microsoft Office PowerPoint</Application>
  <PresentationFormat>Широкоэкранный</PresentationFormat>
  <Paragraphs>103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Exo 2</vt:lpstr>
      <vt:lpstr>Inter</vt:lpstr>
      <vt:lpstr>Task Wyrm — Практическое занятие №11</vt:lpstr>
      <vt:lpstr>Task Wyrm</vt:lpstr>
      <vt:lpstr>Задание 1. Анализ кризиса: рост в 10 раз ниже прогноза</vt:lpstr>
      <vt:lpstr>Задание 1. Меры стабилизации</vt:lpstr>
      <vt:lpstr>Задание 2. Антикризисная стратегия: план действий</vt:lpstr>
      <vt:lpstr>Задание 2. Роли и коммуникационная стратегия</vt:lpstr>
      <vt:lpstr>Задание 3. Адаптация: крупный конкурент выпустил похожий трекер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Wyrm — Практическое занятие №11</dc:title>
  <dc:subject/>
  <dc:creator/>
  <cp:lastModifiedBy>Кирилл Щепелев</cp:lastModifiedBy>
  <cp:revision>2</cp:revision>
  <dcterms:created xsi:type="dcterms:W3CDTF">2026-10-17T11:04:19Z</dcterms:created>
  <dcterms:modified xsi:type="dcterms:W3CDTF">2026-10-17T11:09:56Z</dcterms:modified>
</cp:coreProperties>
</file>